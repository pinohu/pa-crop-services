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CROP SERVICES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Program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registered office services to your practice.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overhead. Full automation. Your branding.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pacropservices.com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Pennsylvania compliance opportunity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920240" cy="1463040"/>
          </a:xfrm>
          <a:prstGeom prst="rect">
            <a:avLst/>
          </a:prstGeom>
          <a:solidFill>
            <a:srgbClr val="F5F4F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3716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3.8M+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business entities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0" y="1280160"/>
            <a:ext cx="1920240" cy="1463040"/>
          </a:xfrm>
          <a:prstGeom prst="rect">
            <a:avLst/>
          </a:prstGeom>
          <a:solidFill>
            <a:srgbClr val="F5F4F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560320" y="13716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170K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560320" y="20116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filings per year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280160"/>
            <a:ext cx="1920240" cy="1463040"/>
          </a:xfrm>
          <a:prstGeom prst="rect">
            <a:avLst/>
          </a:prstGeom>
          <a:solidFill>
            <a:srgbClr val="F5F4F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63440" y="13716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663440" y="20116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Dissolution deadline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66560" y="1280160"/>
            <a:ext cx="1920240" cy="1463040"/>
          </a:xfrm>
          <a:prstGeom prst="rect">
            <a:avLst/>
          </a:prstGeom>
          <a:solidFill>
            <a:srgbClr val="F5F4F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66560" y="13716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~65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766560" y="20116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CROPs in PA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31089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 business entity must have a registered office or CROP. Starting in 2027, failure to file annual reports triggers automatic dissolution.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clients need this. You can provide it — without any operational burden.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your clients are asking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777240"/>
          </a:xfrm>
          <a:prstGeom prst="rect">
            <a:avLst/>
          </a:prstGeom>
          <a:solidFill>
            <a:srgbClr val="F5F4F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34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got a letter about a new PA annual report. What do I do?"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170K+ entities received this notice in 2025.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82296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1488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you handle my registered office? I work from home."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48716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Privacy-conscious owners don't want home addresses public.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8229600" cy="777240"/>
          </a:xfrm>
          <a:prstGeom prst="rect">
            <a:avLst/>
          </a:prstGeom>
          <a:solidFill>
            <a:srgbClr val="F5F4F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063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happens if I don't file by 2027?"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40156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 dissolution. Foreign entities cannot reinstate.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931920"/>
            <a:ext cx="82296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977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you just handle all my PA compliance?"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431596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revenue opportunity sitting in your inbox.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partner program works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1188720"/>
            <a:ext cx="2011680" cy="2926080"/>
          </a:xfrm>
          <a:prstGeom prst="rect">
            <a:avLst/>
          </a:prstGeom>
          <a:solidFill>
            <a:srgbClr val="F5F4F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05840" y="1371600"/>
            <a:ext cx="548640" cy="548640"/>
          </a:xfrm>
          <a:prstGeom prst="ellipse">
            <a:avLst/>
          </a:prstGeom>
          <a:solidFill>
            <a:srgbClr val="534AB7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2103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sign up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25603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our partner application.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set up your white-label portal.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14600" y="1188720"/>
            <a:ext cx="2011680" cy="2926080"/>
          </a:xfrm>
          <a:prstGeom prst="rect">
            <a:avLst/>
          </a:prstGeom>
          <a:solidFill>
            <a:srgbClr val="F5F4F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371600"/>
            <a:ext cx="548640" cy="548640"/>
          </a:xfrm>
          <a:prstGeom prst="ellipse">
            <a:avLst/>
          </a:prstGeom>
          <a:solidFill>
            <a:srgbClr val="534AB7"/>
          </a:solidFill>
          <a:ln/>
        </p:spPr>
      </p:sp>
      <p:sp>
        <p:nvSpPr>
          <p:cNvPr id="10" name="Text 8"/>
          <p:cNvSpPr/>
          <p:nvPr/>
        </p:nvSpPr>
        <p:spPr>
          <a:xfrm>
            <a:off x="324612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606040" y="2103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us clients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606040" y="25603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upload or individual referral.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handle all onboarding.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188720"/>
            <a:ext cx="2011680" cy="2926080"/>
          </a:xfrm>
          <a:prstGeom prst="rect">
            <a:avLst/>
          </a:prstGeom>
          <a:solidFill>
            <a:srgbClr val="F5F4F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0" y="1371600"/>
            <a:ext cx="548640" cy="548640"/>
          </a:xfrm>
          <a:prstGeom prst="ellipse">
            <a:avLst/>
          </a:prstGeom>
          <a:solidFill>
            <a:srgbClr val="534AB7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846320" y="2103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 everything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46320" y="25603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address, mail, scanning,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report reminders, portal.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95160" y="1188720"/>
            <a:ext cx="2011680" cy="2926080"/>
          </a:xfrm>
          <a:prstGeom prst="rect">
            <a:avLst/>
          </a:prstGeom>
          <a:solidFill>
            <a:srgbClr val="F5F4F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26680" y="1371600"/>
            <a:ext cx="548640" cy="548640"/>
          </a:xfrm>
          <a:prstGeom prst="ellipse">
            <a:avLst/>
          </a:prstGeom>
          <a:solidFill>
            <a:srgbClr val="534AB7"/>
          </a:solidFill>
          <a:ln/>
        </p:spPr>
      </p:sp>
      <p:sp>
        <p:nvSpPr>
          <p:cNvPr id="20" name="Text 18"/>
          <p:cNvSpPr/>
          <p:nvPr/>
        </p:nvSpPr>
        <p:spPr>
          <a:xfrm>
            <a:off x="772668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086600" y="2103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bill your way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86600" y="25603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clients your price.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us $99/client/year.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42976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clients see your brand. They never see ours.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economics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clients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4AB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charge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4AB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pay 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4AB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margin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4AB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revenue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4AB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clients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$179/yr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$99/yr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$80/client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$2,000/yr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clients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$179/yr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$99/yr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$80/client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$4,000/yr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clients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$179/yr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$99/yr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$80/client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$8,000/yr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clients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$179/yr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$89/yr 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$90/client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$18,000/yr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Volume discount: $89/client/yr at 200+ clients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3566160"/>
            <a:ext cx="8229600" cy="1097280"/>
          </a:xfrm>
          <a:prstGeom prst="rect">
            <a:avLst/>
          </a:prstGeom>
          <a:solidFill>
            <a:srgbClr val="F5F4F0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36576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work on your end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40233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office space needed. No staff. No mail handling. No compliance tracking.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handle 100% of operations. You earn recurring revenue from your existing client relationships.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get as a partner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4864" cy="457200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client portal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logo, your colors, your domain. Clients never see our brand.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4864" cy="457200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916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client onboarding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CSV, we create all accounts and send welcome emails.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54864" cy="457200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286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dashboard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51460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clients, revenue, renewals, and support tickets in real time.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54864" cy="457200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8803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Co-marketing materials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31089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templates, social posts, website badge, and client-facing FAQ.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474720"/>
            <a:ext cx="54864" cy="457200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4747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account manager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37033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point of contact for everything. Phone, email, or portal.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069080"/>
            <a:ext cx="54864" cy="457200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0690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access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429768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with your existing practice management software.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2027 deadline changes everything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January 2027</a:t>
            </a:r>
            <a:endParaRPr lang="en-US" sz="1400" dirty="0"/>
          </a:p>
          <a:p>
            <a:pPr indent="0" marL="0">
              <a:lnSpc>
                <a:spcPct val="150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entities that fail to file annual reports face administrative dissolution six months after the deadline.</a:t>
            </a:r>
            <a:endParaRPr lang="en-US" sz="1400" dirty="0"/>
          </a:p>
          <a:p>
            <a:pPr indent="0" marL="0">
              <a:lnSpc>
                <a:spcPct val="150000"/>
              </a:lnSpc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lnSpc>
                <a:spcPct val="150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your clients, this means:</a:t>
            </a:r>
            <a:endParaRPr lang="en-US" sz="140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of business registration and good standing</a:t>
            </a:r>
            <a:endParaRPr lang="en-US" sz="140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of exclusive rights to their business name</a:t>
            </a:r>
            <a:endParaRPr lang="en-US" sz="140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entities cannot reinstate — must re-register under a new name</a:t>
            </a:r>
            <a:endParaRPr lang="en-US" sz="140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default judgments if service of process is missed</a:t>
            </a:r>
            <a:endParaRPr lang="en-US" sz="1400" dirty="0"/>
          </a:p>
          <a:p>
            <a:pPr indent="0" marL="0">
              <a:lnSpc>
                <a:spcPct val="150000"/>
              </a:lnSpc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lnSpc>
                <a:spcPct val="150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clients need proactive compliance management. You can provide it today.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 in 3 days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solidFill>
            <a:srgbClr val="F5F4F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1097280" cy="822960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737360" y="128016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partner agreement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737360" y="160020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15-minute call + e-signature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8229600" cy="822960"/>
          </a:xfrm>
          <a:prstGeom prst="rect">
            <a:avLst/>
          </a:prstGeom>
          <a:solidFill>
            <a:srgbClr val="F5F4F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194560"/>
            <a:ext cx="1097280" cy="822960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19456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737360" y="22860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setup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737360" y="260604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configure your branded portal and onboarding flow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8229600" cy="822960"/>
          </a:xfrm>
          <a:prstGeom prst="rect">
            <a:avLst/>
          </a:prstGeom>
          <a:solidFill>
            <a:srgbClr val="F5F4F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200400"/>
            <a:ext cx="1097280" cy="822960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20040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737360" y="329184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onboarding clients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737360" y="361188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client list or share referral link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114800"/>
            <a:ext cx="8229600" cy="73152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minimums. No setup fees. No long-term contracts.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add CROP services</a:t>
            </a:r>
            <a:endParaRPr lang="en-US" sz="3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your practice?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 15-minute call: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partners@pacropservices.com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visit: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pacropservices.com/partners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CROP Services  |  Erie, Pennsylvania  |  A Dynasty Empire Company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 CROP Partner Program</dc:title>
  <dc:subject>PptxGenJS Presentation</dc:subject>
  <dc:creator>Dynasty Empire</dc:creator>
  <cp:lastModifiedBy>Dynasty Empire</cp:lastModifiedBy>
  <cp:revision>1</cp:revision>
  <dcterms:created xsi:type="dcterms:W3CDTF">2026-03-20T17:33:36Z</dcterms:created>
  <dcterms:modified xsi:type="dcterms:W3CDTF">2026-03-20T17:33:36Z</dcterms:modified>
</cp:coreProperties>
</file>